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anose="020F0502020204030204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AI-Powered Collections Strategy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r>
              <a:t>Leveraging Agentic AI for Scalable, Fair and Responsible Debt Management at Geldium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 (1/2)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Customer demographics, income, credit score, credit utilization, debt-to-income ratio, loan balance, employment status, and 6-month payment history.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Logic: AI model calculates a delinquency probability score and combines it with business rules to classify customers into Low, Medium, or High Risk.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Thresholds: Low (&lt;30%), Medium (30–70%), High (&gt;70%) probability (illustrative thresholds).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 (2/2)</a:t>
            </a: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Actions: Low risk → friendly reminders; Medium risk → payment plans and digital outreach; High risk → collections review and personalized support.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Loop: Capture repayment outcomes, customer responses, and recovery rates.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Improvement: Retrain the model monthly, monitor drift, update business rules, and perform fairness audits.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11430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Activities: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and customer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SMS/email reminders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of collection queues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follow-up communications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Oversight: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Approving hardship programs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escalation and account closure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Reviewing disputed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model performance and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 Test predictions across customer groups to detect bias.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 Provide key factors (e.g., missed payments, credit utilization) behind every risk score.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Compliance: Protect customer data and comply with financial regulations and data protection laws.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Human-in-the-loop: Require manual approval for high-impact decisions.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Governance: Maintain audit logs, monitor model drift, and perform periodic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KPIs: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delinquency by 15–20%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repayment and recovery rates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collection costs through automation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agent productivity and case prioritization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Outcomes: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personalized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transparent decisions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 and trust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AI-assisted collections with human oversight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557</Words>
  <Application>Microsoft Office PowerPoint</Application>
  <PresentationFormat>On-screen Show (16:9)</PresentationFormat>
  <Paragraphs>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</vt:lpstr>
      <vt:lpstr>Times New Roman</vt:lpstr>
      <vt:lpstr>Roboto Slab</vt:lpstr>
      <vt:lpstr>Arial</vt:lpstr>
      <vt:lpstr>Marina</vt:lpstr>
      <vt:lpstr>AI-Powered Collections Strategy</vt:lpstr>
      <vt:lpstr>How the System Works (1/2)</vt:lpstr>
      <vt:lpstr>How the System Works (2/2)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rohit shinde</cp:lastModifiedBy>
  <cp:revision>3</cp:revision>
  <dcterms:modified xsi:type="dcterms:W3CDTF">2026-07-31T05:11:17Z</dcterms:modified>
</cp:coreProperties>
</file>